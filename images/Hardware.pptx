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79" d="100"/>
          <a:sy n="79" d="100"/>
        </p:scale>
        <p:origin x="44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29A55-C8DB-81E3-ACCD-695B5B46C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6CBC0-B7BD-604A-3973-33DE752CD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D8F69-AB55-04A0-5B16-FC307D545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21421-E981-C1C5-FE09-0F1ADF85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9E9BA-9458-125D-E710-79F14F9C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38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E061-037C-8D62-5128-AF5EB07B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1B02-0EB0-E952-0EBE-8CC3AECD4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009ED-3ABD-CC2C-A19F-1D8C66E7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BF6A2-4A81-FCCE-71B4-06900839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D3AF-A667-0C0D-913B-4FC7DAB9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63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5076-D994-0C67-313D-7373B912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B0BEB-A83F-2BE1-D6AC-3279AF2D6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8DF6-2E8F-5483-808D-C8CFD7A3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5F1FC-8550-ED67-8E60-B5FEB066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B6DD9-0A95-7EC6-83B1-11EBECC5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4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EF6E-4436-91AB-7F09-376F4CE7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BA75-DA4F-7DAB-3AF2-48A4CD71F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BFE96-0933-0958-D0D9-43A81EB6D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C477D-8C05-E815-1B6F-752F507C7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DE9C7-CF4E-AFCE-1F13-CA954E96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2BD0C-8716-B8D6-EC2E-0B8B59C5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2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A19E-63AC-49E2-25C5-C77DEC1A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398C8-C122-3E86-0598-7072F2A34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E9497-38A0-9D9A-1446-C526DD12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671A4-79B6-10D3-7BA7-6A169F53E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D3219-30E4-B1CF-92B2-99BEA79DF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DF1E3-4953-DDD3-69B6-B6C38A5B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22077-5E87-C0A9-D846-6FD04897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9710F-C89B-C0B9-4EB6-9ED980A4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92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CC3B-3DC8-3857-B579-B294BC04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7E3DD-EAD6-9DD2-6BF1-46108789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DC3B1-751C-0348-25CC-6154CB45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FCB32-5047-6C1C-A808-93C00450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26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68066F-F699-5AE5-AD30-BC9CAB89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EBE24-B407-80AF-55FD-358AC577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31BAE-2A58-0163-5E9B-610B8F84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62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4DDF-4AD6-D753-C32D-C200BC8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0EA3-2133-9007-5803-71E6CD492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4A12C-3C1B-9A8E-0217-A20B42EA3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3DF1F-37BA-6FEE-838E-CC6F9A3D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E1F8-6342-A9EE-4CC1-A13868D4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5346D-0FDC-6040-6074-A7F605646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44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1ECD-CAF0-F889-C9EB-5DF618DC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DCF0F-EF5C-ABE0-1D8A-53B4BE67A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9BD98-C881-505C-B937-19EACB1AC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57DE1-B7AD-DACD-8657-99EDC4301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B6CED-2024-4A12-1BAF-B82709F7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9B703-DBDA-0965-6155-01E799F2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35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8DCD7-EF69-0B0D-8C79-46E15106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32B00-FE25-1CB4-8C8B-F838788C6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526C-FE13-76C7-81BB-42B91AD7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0A2B3-F86E-2CAC-539F-FC61BCE0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57793-91E0-3911-FAAD-0C71A5FD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59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98C72-8548-7D98-D3E4-66B34C7DD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3B5B6-3D33-AE0B-DFD5-B2603E185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48589-2E7D-7350-5D9C-14ADE51B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87BC-5B63-38EC-AB14-401A6356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3B0F3-8CC2-2E3F-6A8C-1361F547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12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3F516-86F7-519E-848D-462A167B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1F542-A8CF-83A3-B7C1-00ECE57C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9AE4F-B9F5-50D5-3A24-DD84430B4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B1371-6F64-4E26-905C-1C70FA8EF5C2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3BD43-A933-F993-DD25-A14D1E62A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244F3-DC06-0C56-FCBE-3DBD9F784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F853D-3AB6-499B-8EE8-D06A61595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4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use">
            <a:extLst>
              <a:ext uri="{FF2B5EF4-FFF2-40B4-BE49-F238E27FC236}">
                <a16:creationId xmlns:a16="http://schemas.microsoft.com/office/drawing/2014/main" id="{DF5B8D56-3FDB-BA99-4008-B7E268D7A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68" y="370774"/>
            <a:ext cx="2379732" cy="1534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CC7B0F-E0CF-F57B-5671-0E45C04214E7}"/>
              </a:ext>
            </a:extLst>
          </p:cNvPr>
          <p:cNvSpPr txBox="1"/>
          <p:nvPr/>
        </p:nvSpPr>
        <p:spPr>
          <a:xfrm>
            <a:off x="204395" y="1855694"/>
            <a:ext cx="2547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Muse EEG headset (</a:t>
            </a:r>
            <a:r>
              <a:rPr lang="en-GB" sz="1200" dirty="0"/>
              <a:t>https://neurotechx.github.io/neurotechedu/headsets.html)</a:t>
            </a:r>
            <a:endParaRPr lang="en-GB" dirty="0"/>
          </a:p>
        </p:txBody>
      </p:sp>
      <p:pic>
        <p:nvPicPr>
          <p:cNvPr id="1028" name="Picture 4" descr="Photon 2">
            <a:extLst>
              <a:ext uri="{FF2B5EF4-FFF2-40B4-BE49-F238E27FC236}">
                <a16:creationId xmlns:a16="http://schemas.microsoft.com/office/drawing/2014/main" id="{734E5946-F746-CD1A-92E2-E1D5BE1158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9" t="15754" r="39289" b="18548"/>
          <a:stretch>
            <a:fillRect/>
          </a:stretch>
        </p:blipFill>
        <p:spPr bwMode="auto">
          <a:xfrm rot="5400000">
            <a:off x="3866535" y="-182461"/>
            <a:ext cx="1291199" cy="264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548BA2-3DAE-F439-321A-EEBDCE291188}"/>
              </a:ext>
            </a:extLst>
          </p:cNvPr>
          <p:cNvSpPr txBox="1"/>
          <p:nvPr/>
        </p:nvSpPr>
        <p:spPr>
          <a:xfrm>
            <a:off x="3191436" y="1855694"/>
            <a:ext cx="2547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Particle Photon 2 (</a:t>
            </a:r>
            <a:r>
              <a:rPr lang="en-GB" sz="1200" dirty="0"/>
              <a:t>https://store.particle.io/products/photon-2)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A3816-A2D8-FE54-B2E6-F524790A25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21" t="9055" r="16421" b="9055"/>
          <a:stretch>
            <a:fillRect/>
          </a:stretch>
        </p:blipFill>
        <p:spPr>
          <a:xfrm>
            <a:off x="6402593" y="430306"/>
            <a:ext cx="1606475" cy="1469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83916D-F48F-13F0-CA21-BE6E8EBF5B0C}"/>
              </a:ext>
            </a:extLst>
          </p:cNvPr>
          <p:cNvSpPr txBox="1"/>
          <p:nvPr/>
        </p:nvSpPr>
        <p:spPr>
          <a:xfrm>
            <a:off x="6096000" y="1855694"/>
            <a:ext cx="254727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Grove Shield for Particle </a:t>
            </a:r>
            <a:r>
              <a:rPr lang="en-GB" sz="1600" dirty="0"/>
              <a:t>(</a:t>
            </a:r>
            <a:r>
              <a:rPr lang="en-GB" sz="1200" dirty="0"/>
              <a:t>https://www.seeedstudio.com/Grove-Shield-for-Particle-Mesh-p-4080.html)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5E4D5C-56F7-7D89-AE98-716DA33C74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392" t="12941" r="12078" b="12941"/>
          <a:stretch>
            <a:fillRect/>
          </a:stretch>
        </p:blipFill>
        <p:spPr>
          <a:xfrm>
            <a:off x="516368" y="3168572"/>
            <a:ext cx="2049332" cy="15706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7E6201-8A36-2037-9D36-EFD646E72E0A}"/>
              </a:ext>
            </a:extLst>
          </p:cNvPr>
          <p:cNvSpPr txBox="1"/>
          <p:nvPr/>
        </p:nvSpPr>
        <p:spPr>
          <a:xfrm>
            <a:off x="185967" y="4846320"/>
            <a:ext cx="28638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Grove MOSFET  for Arduino </a:t>
            </a:r>
            <a:r>
              <a:rPr lang="en-GB" sz="1600" dirty="0"/>
              <a:t>(</a:t>
            </a:r>
            <a:r>
              <a:rPr lang="en-GB" sz="1200" dirty="0"/>
              <a:t>https://www.seeedstudio.com/Grove-MOSFET.html)</a:t>
            </a:r>
            <a:endParaRPr lang="en-GB" dirty="0"/>
          </a:p>
        </p:txBody>
      </p:sp>
      <p:pic>
        <p:nvPicPr>
          <p:cNvPr id="1034" name="Picture 10" descr="Blower - Squirrel Cage (12V)">
            <a:extLst>
              <a:ext uri="{FF2B5EF4-FFF2-40B4-BE49-F238E27FC236}">
                <a16:creationId xmlns:a16="http://schemas.microsoft.com/office/drawing/2014/main" id="{05AF29DE-B1D8-534B-64EF-37DECC5AB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6" t="9369" r="6582" b="14363"/>
          <a:stretch>
            <a:fillRect/>
          </a:stretch>
        </p:blipFill>
        <p:spPr bwMode="auto">
          <a:xfrm>
            <a:off x="3668358" y="3045054"/>
            <a:ext cx="1877209" cy="180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34EACF-D6E4-21EE-70CE-CC9F8EAC582A}"/>
              </a:ext>
            </a:extLst>
          </p:cNvPr>
          <p:cNvSpPr txBox="1"/>
          <p:nvPr/>
        </p:nvSpPr>
        <p:spPr>
          <a:xfrm>
            <a:off x="3538768" y="4846320"/>
            <a:ext cx="2863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12V Blower fan </a:t>
            </a:r>
            <a:r>
              <a:rPr lang="en-GB" sz="1600" dirty="0"/>
              <a:t>(</a:t>
            </a:r>
            <a:r>
              <a:rPr lang="en-GB" sz="1200" dirty="0"/>
              <a:t>https://www.sparkfun.com/blower-squirrel-cage-12v.html)</a:t>
            </a:r>
            <a:endParaRPr lang="en-GB" dirty="0"/>
          </a:p>
        </p:txBody>
      </p:sp>
      <p:pic>
        <p:nvPicPr>
          <p:cNvPr id="14" name="Picture 13" descr="A white ball above a white object&#10;&#10;AI-generated content may be incorrect.">
            <a:extLst>
              <a:ext uri="{FF2B5EF4-FFF2-40B4-BE49-F238E27FC236}">
                <a16:creationId xmlns:a16="http://schemas.microsoft.com/office/drawing/2014/main" id="{D3C2FEF0-757E-0170-4413-94BC91A967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246" b="30963" l="25135" r="574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99" t="5406" r="38544" b="66197"/>
          <a:stretch>
            <a:fillRect/>
          </a:stretch>
        </p:blipFill>
        <p:spPr>
          <a:xfrm>
            <a:off x="6532182" y="3221551"/>
            <a:ext cx="1722786" cy="15176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5D4EFE-4DE6-C486-C7AE-5FA6D66E5992}"/>
              </a:ext>
            </a:extLst>
          </p:cNvPr>
          <p:cNvSpPr txBox="1"/>
          <p:nvPr/>
        </p:nvSpPr>
        <p:spPr>
          <a:xfrm>
            <a:off x="6269019" y="4846320"/>
            <a:ext cx="24724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 ping pong ball </a:t>
            </a:r>
            <a:r>
              <a:rPr lang="en-GB" sz="1600" dirty="0"/>
              <a:t>(</a:t>
            </a:r>
            <a:r>
              <a:rPr lang="en-GB" sz="1200" dirty="0"/>
              <a:t>own picture)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32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Vikström, Thomas</dc:creator>
  <cp:lastModifiedBy>Vikström, Thomas</cp:lastModifiedBy>
  <cp:revision>1</cp:revision>
  <dcterms:created xsi:type="dcterms:W3CDTF">2025-11-18T07:01:17Z</dcterms:created>
  <dcterms:modified xsi:type="dcterms:W3CDTF">2025-11-18T07:19:18Z</dcterms:modified>
</cp:coreProperties>
</file>